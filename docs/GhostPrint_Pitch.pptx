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size</c:v>
                </c:pt>
              </c:strCache>
            </c:strRef>
          </c:tx>
          <c:spPr>
            <a:solidFill>
              <a:srgbClr val="26D9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8E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6D9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DC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SensorNode</c:v>
                  </c:pt>
                  <c:pt idx="1">
                    <c:v>CameraStream</c:v>
                  </c:pt>
                  <c:pt idx="2">
                    <c:v>SmartSwitch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1200</c:v>
                </c:pt>
                <c:pt idx="2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8E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69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</c:scaling>
        <c:delete val="0"/>
        <c:axPos val="l"/>
        <c:majorGridlines>
          <c:spPr>
            <a:ln w="6350" cap="flat">
              <a:solidFill>
                <a:srgbClr val="1F2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63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729"/>
        </a:solidFill>
        <a:ln>
          <a:noFill/>
        </a:ln>
        <a:effectLst/>
      </c:spPr>
    </c:plotArea>
    <c:plotVisOnly val="1"/>
    <c:dispBlanksAs val="span"/>
  </c:chart>
  <c:spPr>
    <a:solidFill>
      <a:srgbClr val="1117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packets/min</c:v>
                </c:pt>
              </c:strCache>
            </c:strRef>
          </c:tx>
          <c:spPr>
            <a:solidFill>
              <a:srgbClr val="26D9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8E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6D9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DC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SensorNode</c:v>
                  </c:pt>
                  <c:pt idx="1">
                    <c:v>CameraStream</c:v>
                  </c:pt>
                  <c:pt idx="2">
                    <c:v>SmartSwitch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55</c:v>
                </c:pt>
                <c:pt idx="2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8E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69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6350" cap="flat">
              <a:solidFill>
                <a:srgbClr val="1F2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63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729"/>
        </a:solidFill>
        <a:ln>
          <a:noFill/>
        </a:ln>
        <a:effectLst/>
      </c:spPr>
    </c:plotArea>
    <c:plotVisOnly val="1"/>
    <c:dispBlanksAs val="span"/>
  </c:chart>
  <c:spPr>
    <a:solidFill>
      <a:srgbClr val="1117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we fingerprint behaviour, not content. 30 seconds max, then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Punchline: security tools read content; devices are identified by behaviour. That gap is GhostPrint.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stage 2: metadata only, so encryption is irrelevant to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camera pushes 1200-byte frames in bursts; a sensor trickles 72-byte readings; a switch fires tiny event packets. The classifier separates them at 100% in cross-validation.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slide: rogue = stranger at the door, spoofing = impostor wearing a resident's clothes.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screen is the shipped software: three devices classified, live packet-rate graph, demo controls to launch a rogue or spoofing attack on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100%: it is cross-validation on the simulator corpus — profiles are well separated by design; the interesting numbers are the detection latencies.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code path for simulated and real ESP8266 traffic: the simulator feeds packets through the identical capture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argument: fingerprints generalise to any device class; hardware demo is the next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 judges to launch the attacks themselves from the dashboard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715000"/>
            <a:ext cx="146304" cy="274320"/>
          </a:xfrm>
          <a:prstGeom prst="roundRect">
            <a:avLst>
              <a:gd name="adj" fmla="val 3125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1016" y="5486400"/>
            <a:ext cx="146304" cy="50292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19072" y="5623560"/>
            <a:ext cx="146304" cy="365760"/>
          </a:xfrm>
          <a:prstGeom prst="roundRect">
            <a:avLst>
              <a:gd name="adj" fmla="val 31250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67128" y="5166360"/>
            <a:ext cx="146304" cy="82296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15184" y="5422392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63240" y="4800600"/>
            <a:ext cx="146304" cy="118872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511296" y="5239512"/>
            <a:ext cx="146304" cy="749808"/>
          </a:xfrm>
          <a:prstGeom prst="roundRect">
            <a:avLst>
              <a:gd name="adj" fmla="val 31250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959352" y="4480560"/>
            <a:ext cx="146304" cy="150876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407408" y="502920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55464" y="4114800"/>
            <a:ext cx="146304" cy="187452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466344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751576" y="502920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99632" y="4206240"/>
            <a:ext cx="146304" cy="1783080"/>
          </a:xfrm>
          <a:prstGeom prst="roundRect">
            <a:avLst>
              <a:gd name="adj" fmla="val 3125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47688" y="5212080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95744" y="4572000"/>
            <a:ext cx="146304" cy="1417320"/>
          </a:xfrm>
          <a:prstGeom prst="roundRect">
            <a:avLst>
              <a:gd name="adj" fmla="val 31250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43800" y="5394960"/>
            <a:ext cx="146304" cy="59436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91856" y="4846320"/>
            <a:ext cx="146304" cy="1143000"/>
          </a:xfrm>
          <a:prstGeom prst="roundRect">
            <a:avLst>
              <a:gd name="adj" fmla="val 3125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39912" y="5577840"/>
            <a:ext cx="146304" cy="41148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887968" y="5120640"/>
            <a:ext cx="146304" cy="868680"/>
          </a:xfrm>
          <a:prstGeom prst="roundRect">
            <a:avLst>
              <a:gd name="adj" fmla="val 31250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336024" y="5715000"/>
            <a:ext cx="146304" cy="274320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0" y="5349240"/>
            <a:ext cx="146304" cy="640080"/>
          </a:xfrm>
          <a:prstGeom prst="roundRect">
            <a:avLst>
              <a:gd name="adj" fmla="val 3125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32136" y="5788152"/>
            <a:ext cx="146304" cy="201168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5513832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28248" y="584301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RAIoT LAB  ·  INNOVATION DAY 2026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" y="16459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</a:t>
            </a:r>
            <a:endParaRPr lang="en-US" sz="6600" dirty="0"/>
          </a:p>
        </p:txBody>
      </p:sp>
      <p:sp>
        <p:nvSpPr>
          <p:cNvPr id="28" name="Text 26"/>
          <p:cNvSpPr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device betrays itself.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22960" y="36118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Identifying IoT devices from how they talk — packet sizes, timing, rhythm —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what they say. No payload inspection. Works through encryption.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Encryption hides the payload — not the behaviour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68712" y="950976"/>
            <a:ext cx="41148" cy="146304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4724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896112"/>
            <a:ext cx="41148" cy="2011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6748" y="658368"/>
            <a:ext cx="41148" cy="438912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822960"/>
            <a:ext cx="41148" cy="274320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877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44784" y="731520"/>
            <a:ext cx="41148" cy="365760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40796" y="438912"/>
            <a:ext cx="41148" cy="6583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6808" y="621792"/>
            <a:ext cx="41148" cy="47548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32820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24844" y="877824"/>
            <a:ext cx="41148" cy="21945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0856" y="69494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16868" y="932688"/>
            <a:ext cx="41148" cy="164592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Innovation Day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1783080"/>
            <a:ext cx="6949440" cy="1005840"/>
          </a:xfrm>
          <a:prstGeom prst="roundRect">
            <a:avLst>
              <a:gd name="adj" fmla="val 8182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19110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can't inspect what you can't read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2585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traffic is overwhelmingly encrypted; content scanning is blind by design.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017520"/>
            <a:ext cx="6949440" cy="1005840"/>
          </a:xfrm>
          <a:prstGeom prst="roundRect">
            <a:avLst>
              <a:gd name="adj" fmla="val 8182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1455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 inventories don't match reality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4930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New, cloned or compromised devices appear on networks with no registry entry.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251960"/>
            <a:ext cx="6949440" cy="1005840"/>
          </a:xfrm>
          <a:prstGeom prst="roundRect">
            <a:avLst>
              <a:gd name="adj" fmla="val 8182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3799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Behaviour still leaks identity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7274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camera, a sensor and a smart plug move in fundamentally different rhythms — and that rhythm survives encryption.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09560" y="1783080"/>
            <a:ext cx="3749040" cy="3657600"/>
          </a:xfrm>
          <a:prstGeom prst="roundRect">
            <a:avLst>
              <a:gd name="adj" fmla="val 2250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8388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18.8B</a:t>
            </a:r>
            <a:endParaRPr lang="en-US" sz="6400" dirty="0"/>
          </a:p>
        </p:txBody>
      </p:sp>
      <p:sp>
        <p:nvSpPr>
          <p:cNvPr id="30" name="Text 28"/>
          <p:cNvSpPr/>
          <p:nvPr/>
        </p:nvSpPr>
        <p:spPr>
          <a:xfrm>
            <a:off x="8183880" y="34290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IoT devices worldwide in 2024 — every one of them a device someone has to account for.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83880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IoT Analytics, State of IoT 2024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raw packets to a named device in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68712" y="950976"/>
            <a:ext cx="41148" cy="146304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4724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896112"/>
            <a:ext cx="41148" cy="2011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6748" y="658368"/>
            <a:ext cx="41148" cy="438912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822960"/>
            <a:ext cx="41148" cy="274320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877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44784" y="731520"/>
            <a:ext cx="41148" cy="365760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40796" y="438912"/>
            <a:ext cx="41148" cy="6583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6808" y="621792"/>
            <a:ext cx="41148" cy="47548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32820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24844" y="877824"/>
            <a:ext cx="41148" cy="21945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0856" y="69494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16868" y="932688"/>
            <a:ext cx="41148" cy="164592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Innovation Day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148840"/>
            <a:ext cx="2139696" cy="2651760"/>
          </a:xfrm>
          <a:prstGeom prst="roundRect">
            <a:avLst>
              <a:gd name="adj" fmla="val 384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solidFill>
            <a:srgbClr val="4F8B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" y="342900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device profiles + rogue &amp; spoofer, on real ESP8266s or in software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88920" y="2148840"/>
            <a:ext cx="2139696" cy="2651760"/>
          </a:xfrm>
          <a:prstGeom prst="roundRect">
            <a:avLst>
              <a:gd name="adj" fmla="val 384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017520" y="2404872"/>
            <a:ext cx="457200" cy="457200"/>
          </a:xfrm>
          <a:prstGeom prst="ellipse">
            <a:avLst/>
          </a:prstGeom>
          <a:solidFill>
            <a:srgbClr val="4F8BFF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017520" y="30175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017520" y="342900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 metadata only — size, timing, source IP. Never the payload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74920" y="2148840"/>
            <a:ext cx="2139696" cy="2651760"/>
          </a:xfrm>
          <a:prstGeom prst="roundRect">
            <a:avLst>
              <a:gd name="adj" fmla="val 384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2404872"/>
            <a:ext cx="457200" cy="457200"/>
          </a:xfrm>
          <a:prstGeom prst="ellipse">
            <a:avLst/>
          </a:prstGeom>
          <a:solidFill>
            <a:srgbClr val="4F8BFF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0175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Fingerprint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303520" y="342900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s rolling window -&gt; 4 behavioural features per device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60920" y="2148840"/>
            <a:ext cx="2139696" cy="2651760"/>
          </a:xfrm>
          <a:prstGeom prst="roundRect">
            <a:avLst>
              <a:gd name="adj" fmla="val 384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89520" y="2404872"/>
            <a:ext cx="457200" cy="457200"/>
          </a:xfrm>
          <a:prstGeom prst="ellipse">
            <a:avLst/>
          </a:prstGeom>
          <a:solidFill>
            <a:srgbClr val="4F8BFF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89520" y="30175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589520" y="342900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names the device with a confidence score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646920" y="2148840"/>
            <a:ext cx="2139696" cy="2651760"/>
          </a:xfrm>
          <a:prstGeom prst="roundRect">
            <a:avLst>
              <a:gd name="adj" fmla="val 3846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875520" y="2404872"/>
            <a:ext cx="457200" cy="457200"/>
          </a:xfrm>
          <a:prstGeom prst="ellipse">
            <a:avLst/>
          </a:prstGeom>
          <a:solidFill>
            <a:srgbClr val="26D97F"/>
          </a:solidFill>
          <a:ln/>
        </p:spPr>
      </p:sp>
      <p:sp>
        <p:nvSpPr>
          <p:cNvPr id="41" name="Text 39"/>
          <p:cNvSpPr/>
          <p:nvPr/>
        </p:nvSpPr>
        <p:spPr>
          <a:xfrm>
            <a:off x="98755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875520" y="30175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9875520" y="342900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 devices flagged; impersonation caught by z-score baseline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" y="5257800"/>
            <a:ext cx="11183112" cy="777240"/>
          </a:xfrm>
          <a:prstGeom prst="roundRect">
            <a:avLst>
              <a:gd name="adj" fmla="val 10588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296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Metadata-only by design:  </a:t>
            </a:r>
            <a:pPr indent="0" marL="0">
              <a:buNone/>
            </a:pPr>
            <a:r>
              <a:rPr lang="en-US" sz="14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capture filter never reads payload bytes — identification works identically on encrypted and plaintext traffic.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FINGERPRINT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devices, three unmistakable rhythms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68712" y="950976"/>
            <a:ext cx="41148" cy="146304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4724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896112"/>
            <a:ext cx="41148" cy="2011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6748" y="658368"/>
            <a:ext cx="41148" cy="438912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822960"/>
            <a:ext cx="41148" cy="274320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877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44784" y="731520"/>
            <a:ext cx="41148" cy="365760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40796" y="438912"/>
            <a:ext cx="41148" cy="6583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6808" y="621792"/>
            <a:ext cx="41148" cy="47548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32820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24844" y="877824"/>
            <a:ext cx="41148" cy="21945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0856" y="69494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16868" y="932688"/>
            <a:ext cx="41148" cy="164592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Innovation Day 2026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packet size (bytes)</a:t>
            </a:r>
            <a:endParaRPr lang="en-US" sz="15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02920" y="21945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30936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Packets per minute</a:t>
            </a:r>
            <a:endParaRPr lang="en-US" sz="15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6309360" y="21945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12-second window yields 4 features per device: avg packet size, inter-packet interval, packet rate, burstiness.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02920" y="6080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GhostPrint device profiles (config.py) and training corpus, 1,500 windows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attacks, two alarms — seconds apart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68712" y="950976"/>
            <a:ext cx="41148" cy="146304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4724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896112"/>
            <a:ext cx="41148" cy="2011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6748" y="658368"/>
            <a:ext cx="41148" cy="438912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822960"/>
            <a:ext cx="41148" cy="274320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877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44784" y="731520"/>
            <a:ext cx="41148" cy="365760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40796" y="438912"/>
            <a:ext cx="41148" cy="6583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6808" y="621792"/>
            <a:ext cx="41148" cy="47548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32820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24844" y="877824"/>
            <a:ext cx="41148" cy="21945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0856" y="69494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16868" y="932688"/>
            <a:ext cx="41148" cy="164592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Innovation Day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B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 DEVICE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unknown device joins the network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29718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vector sits far from every known device profile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 confidence below threshold also triggers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Amber warning with the device's source IP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5 s</a:t>
            </a:r>
            <a:pPr indent="0" marL="0">
              <a:buNone/>
            </a:pPr>
            <a:r>
              <a:rPr lang="en-US" sz="14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to alert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6263640" y="1828800"/>
            <a:ext cx="5422392" cy="3566160"/>
          </a:xfrm>
          <a:prstGeom prst="roundRect">
            <a:avLst>
              <a:gd name="adj" fmla="val 2308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SPOOFING ATTACK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impostor takes over a known device's identity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83680" y="29718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matches the victim's profile — but not perfectly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 z-score baseline spots the timing drift; attack traffic never reshapes the reference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critical alert names the impersonated device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83680" y="4663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s</a:t>
            </a:r>
            <a:pPr indent="0" marL="0">
              <a:buNone/>
            </a:pPr>
            <a:r>
              <a:rPr lang="en-US" sz="14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to alert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detectors run on packet metadata alone; every alert carries the source IP, a timestamp and a one-click review state.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laptop, the whole attack-defence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68712" y="950976"/>
            <a:ext cx="41148" cy="146304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4724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896112"/>
            <a:ext cx="41148" cy="2011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6748" y="658368"/>
            <a:ext cx="41148" cy="438912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822960"/>
            <a:ext cx="41148" cy="274320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877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44784" y="731520"/>
            <a:ext cx="41148" cy="365760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40796" y="438912"/>
            <a:ext cx="41148" cy="6583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6808" y="621792"/>
            <a:ext cx="41148" cy="47548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32820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24844" y="877824"/>
            <a:ext cx="41148" cy="21945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0856" y="69494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16868" y="932688"/>
            <a:ext cx="41148" cy="164592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Innovation Day 2026</a:t>
            </a:r>
            <a:endParaRPr lang="en-US" sz="1050" dirty="0"/>
          </a:p>
        </p:txBody>
      </p:sp>
      <p:pic>
        <p:nvPicPr>
          <p:cNvPr id="19" name="Image 0" descr="D:\innovation\GhostPrint\docs\assets\dashboard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11183112" cy="447141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product UI: devices identified live, 60-second traffic graph, colour-coded alert feed with one-click review.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on the shipped build, not promised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68712" y="950976"/>
            <a:ext cx="41148" cy="146304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4724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896112"/>
            <a:ext cx="41148" cy="2011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6748" y="658368"/>
            <a:ext cx="41148" cy="438912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822960"/>
            <a:ext cx="41148" cy="274320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877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44784" y="731520"/>
            <a:ext cx="41148" cy="365760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40796" y="438912"/>
            <a:ext cx="41148" cy="6583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6808" y="621792"/>
            <a:ext cx="41148" cy="47548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32820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24844" y="877824"/>
            <a:ext cx="41148" cy="21945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0856" y="69494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16868" y="932688"/>
            <a:ext cx="41148" cy="164592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Innovation Day 2026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5-fold cross-validation accuracy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023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Forest, 1,500 windows, 3 classes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42616" y="2148840"/>
            <a:ext cx="0" cy="2743200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761488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61488" y="4023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features, classifier, detectors, simulator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01184" y="2148840"/>
            <a:ext cx="0" cy="2743200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0056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5020056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SRS requirements traced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0056" y="4023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IEEE-aligned spec, REQ-1 to REQ-22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59752" y="2148840"/>
            <a:ext cx="0" cy="2743200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8624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5 s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7278624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 device alert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78624" y="4023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device, with source IP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18320" y="2148840"/>
            <a:ext cx="0" cy="2743200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37192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s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9537192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spoofing alert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37192" y="4023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critical, names the victim device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Pre-demo health check:  </a:t>
            </a:r>
            <a:pPr indent="0" marL="0">
              <a:buNone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scripts/smoke_test.py — replays the full attack scenario headlessly and fails loudly if anything regresses.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measured as 5-fold cross-validation over the generated training corpus; alert timings from scripted end-to-end runs.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pipeline a single laptop can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68712" y="950976"/>
            <a:ext cx="41148" cy="146304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4724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896112"/>
            <a:ext cx="41148" cy="2011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6748" y="658368"/>
            <a:ext cx="41148" cy="438912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822960"/>
            <a:ext cx="41148" cy="274320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877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44784" y="731520"/>
            <a:ext cx="41148" cy="365760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40796" y="438912"/>
            <a:ext cx="41148" cy="6583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6808" y="621792"/>
            <a:ext cx="41148" cy="47548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32820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24844" y="877824"/>
            <a:ext cx="41148" cy="21945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0856" y="69494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16868" y="932688"/>
            <a:ext cx="41148" cy="164592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Innovation Day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10312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26974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× ESP8266 boards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spoofer board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(or software twin)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96312" y="28346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88920" y="210312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718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71800" y="26974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scapy / in-process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UDP metadata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BPF-filtered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82312" y="28346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074920" y="210312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578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57800" y="26974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s rolling window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behavioural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68312" y="28346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360920" y="210312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438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543800" y="26974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trees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54312" y="28346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646920" y="210312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8298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29800" y="26974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rogue: z-distance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spoofing: gated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z-score baseline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457200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45720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+ Socket.IO  →  live dashboard</a:t>
            </a:r>
            <a:pPr indent="0" marL="0">
              <a:buNone/>
            </a:pPr>
            <a:r>
              <a:rPr lang="en-US" sz="14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device cards, 60-second Chart.js traffic graph, alert feed with review workflow; every pipeline event pushed in real time.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3.10 · scikit-learn · Flask · Flask-SocketIO · Chart.js · scapy · Arduino/ESP8266 firmware — all thresholds in one config file.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GhostPrint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68712" y="950976"/>
            <a:ext cx="41148" cy="146304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4724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896112"/>
            <a:ext cx="41148" cy="2011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6748" y="658368"/>
            <a:ext cx="41148" cy="438912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822960"/>
            <a:ext cx="41148" cy="274320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877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44784" y="731520"/>
            <a:ext cx="41148" cy="365760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40796" y="438912"/>
            <a:ext cx="41148" cy="65836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6808" y="621792"/>
            <a:ext cx="41148" cy="47548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32820" y="786384"/>
            <a:ext cx="41148" cy="31089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30352"/>
            <a:ext cx="41148" cy="566928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24844" y="877824"/>
            <a:ext cx="41148" cy="219456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0856" y="69494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26D97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16868" y="932688"/>
            <a:ext cx="41148" cy="164592"/>
          </a:xfrm>
          <a:prstGeom prst="roundRect">
            <a:avLst>
              <a:gd name="adj" fmla="val 44444"/>
            </a:avLst>
          </a:prstGeom>
          <a:solidFill>
            <a:srgbClr val="4F8B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Innovation Day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1117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fits today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26060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homes — spot the cloned camera or hijacked plug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&amp; campus IoT — audit what is really on the LAN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— verify a device class behaves like its datasheet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— a complete, inspectable attack-vs-defence lab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5422392" cy="3749040"/>
          </a:xfrm>
          <a:prstGeom prst="roundRect">
            <a:avLst>
              <a:gd name="adj" fmla="val 2195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26060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ESP8266 capture demo on real Wi-Fi (scapy path is built)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device classes: speakers, bulbs, vacuums, wearables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Richer features: DNS/TLS handshake metadata, session shapes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Per-vendor fingerprint library + model retrain CLI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idea scales: any device that talks, leaks a rhythm.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806440"/>
            <a:ext cx="164592" cy="228600"/>
          </a:xfrm>
          <a:prstGeom prst="roundRect">
            <a:avLst>
              <a:gd name="adj" fmla="val 27778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53312" y="5577840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83664" y="5715000"/>
            <a:ext cx="164592" cy="320040"/>
          </a:xfrm>
          <a:prstGeom prst="roundRect">
            <a:avLst>
              <a:gd name="adj" fmla="val 27778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414016" y="5303520"/>
            <a:ext cx="164592" cy="73152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44368" y="5532120"/>
            <a:ext cx="164592" cy="502920"/>
          </a:xfrm>
          <a:prstGeom prst="roundRect">
            <a:avLst>
              <a:gd name="adj" fmla="val 27778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4983480"/>
            <a:ext cx="164592" cy="105156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5072" y="5394960"/>
            <a:ext cx="164592" cy="640080"/>
          </a:xfrm>
          <a:prstGeom prst="roundRect">
            <a:avLst>
              <a:gd name="adj" fmla="val 27778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35424" y="4663440"/>
            <a:ext cx="164592" cy="137160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65776" y="5166360"/>
            <a:ext cx="164592" cy="868680"/>
          </a:xfrm>
          <a:prstGeom prst="roundRect">
            <a:avLst>
              <a:gd name="adj" fmla="val 27778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96128" y="4389120"/>
            <a:ext cx="164592" cy="164592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4892040"/>
            <a:ext cx="164592" cy="1143000"/>
          </a:xfrm>
          <a:prstGeom prst="roundRect">
            <a:avLst>
              <a:gd name="adj" fmla="val 27778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56832" y="5212080"/>
            <a:ext cx="164592" cy="82296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187184" y="4480560"/>
            <a:ext cx="164592" cy="1554480"/>
          </a:xfrm>
          <a:prstGeom prst="roundRect">
            <a:avLst>
              <a:gd name="adj" fmla="val 27778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17536" y="5349240"/>
            <a:ext cx="164592" cy="68580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4800600"/>
            <a:ext cx="164592" cy="1234440"/>
          </a:xfrm>
          <a:prstGeom prst="roundRect">
            <a:avLst>
              <a:gd name="adj" fmla="val 27778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5532120"/>
            <a:ext cx="164592" cy="50292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308592" y="5029200"/>
            <a:ext cx="164592" cy="1005840"/>
          </a:xfrm>
          <a:prstGeom prst="roundRect">
            <a:avLst>
              <a:gd name="adj" fmla="val 27778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38944" y="5669280"/>
            <a:ext cx="164592" cy="365760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69296" y="5303520"/>
            <a:ext cx="164592" cy="731520"/>
          </a:xfrm>
          <a:prstGeom prst="roundRect">
            <a:avLst>
              <a:gd name="adj" fmla="val 27778"/>
            </a:avLst>
          </a:prstGeom>
          <a:solidFill>
            <a:srgbClr val="FF5DCD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899648" y="5779008"/>
            <a:ext cx="164592" cy="256032"/>
          </a:xfrm>
          <a:prstGeom prst="roundRect">
            <a:avLst>
              <a:gd name="adj" fmla="val 27778"/>
            </a:avLst>
          </a:prstGeom>
          <a:solidFill>
            <a:srgbClr val="4F8BFF">
              <a:alpha val="5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catch an attack — live.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2651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</a:t>
            </a:r>
            <a:pPr indent="0" marL="0">
              <a:buNone/>
            </a:pPr>
            <a:r>
              <a:rPr lang="en-US" sz="1800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scripts/run_demo.py  →  http://localhost:5000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154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 device in 5 seconds. Spoofed sensor in 10. All on one laptop.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 ·  RAIoT Lab — Amity University Rajasthan  ·  Innovation Day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GhostPrint - Innovation Day 2026</dc:title>
  <dc:subject>PptxGenJS Presentation</dc:subject>
  <dc:creator>RAIoT Lab</dc:creator>
  <cp:lastModifiedBy>RAIoT Lab</cp:lastModifiedBy>
  <cp:revision>1</cp:revision>
  <dcterms:created xsi:type="dcterms:W3CDTF">2026-09-15T17:25:11Z</dcterms:created>
  <dcterms:modified xsi:type="dcterms:W3CDTF">2026-09-15T17:25:11Z</dcterms:modified>
</cp:coreProperties>
</file>