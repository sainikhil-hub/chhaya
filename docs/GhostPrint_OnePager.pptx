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515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device identification via network-traffic fingerprinting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RAIoT Lab — Amity University Rajasthan  ·  Innovation Day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44768" y="768096"/>
            <a:ext cx="36576" cy="128016"/>
          </a:xfrm>
          <a:prstGeom prst="roundRect">
            <a:avLst>
              <a:gd name="adj" fmla="val 3750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13348" y="640080"/>
            <a:ext cx="36576" cy="256032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81928" y="722376"/>
            <a:ext cx="36576" cy="173736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50508" y="530352"/>
            <a:ext cx="36576" cy="365760"/>
          </a:xfrm>
          <a:prstGeom prst="roundRect">
            <a:avLst>
              <a:gd name="adj" fmla="val 3750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19088" y="658368"/>
            <a:ext cx="36576" cy="237744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87668" y="402336"/>
            <a:ext cx="36576" cy="493776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56248" y="576072"/>
            <a:ext cx="36576" cy="320040"/>
          </a:xfrm>
          <a:prstGeom prst="roundRect">
            <a:avLst>
              <a:gd name="adj" fmla="val 3750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24828" y="310896"/>
            <a:ext cx="36576" cy="585216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93408" y="475488"/>
            <a:ext cx="36576" cy="420624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61988" y="612648"/>
            <a:ext cx="36576" cy="283464"/>
          </a:xfrm>
          <a:prstGeom prst="roundRect">
            <a:avLst>
              <a:gd name="adj" fmla="val 3750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30568" y="384048"/>
            <a:ext cx="36576" cy="512064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99148" y="685800"/>
            <a:ext cx="36576" cy="210312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530352"/>
            <a:ext cx="36576" cy="365760"/>
          </a:xfrm>
          <a:prstGeom prst="roundRect">
            <a:avLst>
              <a:gd name="adj" fmla="val 37500"/>
            </a:avLst>
          </a:prstGeom>
          <a:solidFill>
            <a:srgbClr val="26D97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036308" y="749808"/>
            <a:ext cx="36576" cy="146304"/>
          </a:xfrm>
          <a:prstGeom prst="roundRect">
            <a:avLst>
              <a:gd name="adj" fmla="val 37500"/>
            </a:avLst>
          </a:prstGeom>
          <a:solidFill>
            <a:srgbClr val="4F8BF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1188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444752"/>
            <a:ext cx="6647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identifies the IoT devices on a local network from how they communicate — packet sizes, inter-packet timing, packet rate and burstiness — not from what they transmit. A Random Forest classifies each device from a 12-second behavioural window and never reads a payload byte, so identification works identically on encrypted traffic. Two anomaly detectors flag rogue devices and impersonation (spoofing) attacks in real time.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670048"/>
            <a:ext cx="1249070" cy="1042416"/>
          </a:xfrm>
          <a:prstGeom prst="roundRect">
            <a:avLst>
              <a:gd name="adj" fmla="val 43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" y="2761488"/>
            <a:ext cx="1084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Simulate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9496" y="2999232"/>
            <a:ext cx="11027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ESP8266 profiles + rogue &amp; spoofer boards, or the software twin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06854" y="2670048"/>
            <a:ext cx="1249070" cy="1042416"/>
          </a:xfrm>
          <a:prstGeom prst="roundRect">
            <a:avLst>
              <a:gd name="adj" fmla="val 43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89150" y="2761488"/>
            <a:ext cx="1084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Capture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89150" y="2999232"/>
            <a:ext cx="11027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 metadata only: size, timing, source IP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56509" y="2670048"/>
            <a:ext cx="1249070" cy="1042416"/>
          </a:xfrm>
          <a:prstGeom prst="roundRect">
            <a:avLst>
              <a:gd name="adj" fmla="val 43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38805" y="2761488"/>
            <a:ext cx="1084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Fingerprint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38805" y="2999232"/>
            <a:ext cx="11027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s rolling window → 4 behavioural features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06163" y="2670048"/>
            <a:ext cx="1249070" cy="1042416"/>
          </a:xfrm>
          <a:prstGeom prst="roundRect">
            <a:avLst>
              <a:gd name="adj" fmla="val 4386"/>
            </a:avLst>
          </a:prstGeom>
          <a:solidFill>
            <a:srgbClr val="111729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88459" y="2761488"/>
            <a:ext cx="1084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Classify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88459" y="2999232"/>
            <a:ext cx="11027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Forest: label + confidence score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5818" y="2670048"/>
            <a:ext cx="1249070" cy="1042416"/>
          </a:xfrm>
          <a:prstGeom prst="roundRect">
            <a:avLst>
              <a:gd name="adj" fmla="val 4386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38114" y="2761488"/>
            <a:ext cx="1084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Detect &amp; show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38114" y="2999232"/>
            <a:ext cx="11027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/ spoofing alerts → live dashboard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069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BEHAVIOURAL FINGERPRINT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325112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12-second window per device yields four features. The three demo profiles sit far apart in this space: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6647688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71600"/>
                <a:gridCol w="1600200"/>
                <a:gridCol w="1188720"/>
                <a:gridCol w="1069848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8E4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 packet size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Inter-packet interval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Packets / min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Burstiness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8E4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SensorNode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 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5,000 ms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0.08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8E4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CameraStream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1,200 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 ms (in-burst)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8E4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SmartSwitch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1,800 ms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69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A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9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57200" y="5641848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GhostPrint device profiles (config.py) — the same profiles generate the training corpus.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" y="5870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DETECTION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6144768"/>
            <a:ext cx="3259836" cy="1371600"/>
          </a:xfrm>
          <a:prstGeom prst="roundRect">
            <a:avLst>
              <a:gd name="adj" fmla="val 3333"/>
            </a:avLst>
          </a:prstGeom>
          <a:solidFill>
            <a:srgbClr val="111729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85216" y="6254496"/>
            <a:ext cx="3003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DEVICE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85216" y="6492240"/>
            <a:ext cx="30038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unknown device joins the network: its feature vector sits far from every known device profile (scale-aware z-distance), or the classifier is unconfident. Amber warning naming the source IP.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585216" y="7242048"/>
            <a:ext cx="3003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in ≤ 5 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845052" y="6144768"/>
            <a:ext cx="3259836" cy="1371600"/>
          </a:xfrm>
          <a:prstGeom prst="roundRect">
            <a:avLst>
              <a:gd name="adj" fmla="val 3333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3973068" y="6254496"/>
            <a:ext cx="3003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SPOOFING ATTACK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3973068" y="6492240"/>
            <a:ext cx="30038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impostor takes over a known device's identity: a gated per-device z-score baseline spots the timing drift, and attack traffic never reshapes the reference. Red critical alert naming the victim.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3973068" y="7242048"/>
            <a:ext cx="3003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in ~10 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57200" y="7818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RESULTS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521208" y="8092440"/>
            <a:ext cx="1201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521208" y="8494776"/>
            <a:ext cx="1201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5-fold CV accuracy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1786738" y="8129016"/>
            <a:ext cx="0" cy="621792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850746" y="8092440"/>
            <a:ext cx="1201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1850746" y="8494776"/>
            <a:ext cx="1201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116275" y="8129016"/>
            <a:ext cx="0" cy="621792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180283" y="8092440"/>
            <a:ext cx="1201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3180283" y="8494776"/>
            <a:ext cx="1201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SRS requirements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445813" y="8129016"/>
            <a:ext cx="0" cy="621792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509821" y="8092440"/>
            <a:ext cx="1201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5 s</a:t>
            </a:r>
            <a:endParaRPr lang="en-US" sz="2200" dirty="0"/>
          </a:p>
        </p:txBody>
      </p:sp>
      <p:sp>
        <p:nvSpPr>
          <p:cNvPr id="62" name="Text 59"/>
          <p:cNvSpPr/>
          <p:nvPr/>
        </p:nvSpPr>
        <p:spPr>
          <a:xfrm>
            <a:off x="4509821" y="8494776"/>
            <a:ext cx="1201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alert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5775350" y="8129016"/>
            <a:ext cx="0" cy="621792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839358" y="8092440"/>
            <a:ext cx="1201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s</a:t>
            </a:r>
            <a:endParaRPr lang="en-US" sz="2200" dirty="0"/>
          </a:p>
        </p:txBody>
      </p:sp>
      <p:sp>
        <p:nvSpPr>
          <p:cNvPr id="65" name="Text 62"/>
          <p:cNvSpPr/>
          <p:nvPr/>
        </p:nvSpPr>
        <p:spPr>
          <a:xfrm>
            <a:off x="5839358" y="8494776"/>
            <a:ext cx="1201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spoofing alert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457200" y="8787384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Accuracy: 5-fold cross-validation over the 1,500-window training corpus. Latencies: scripted end-to-end runs (scripts/smoke_test.py replays the full attack scenario headlessly).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457200" y="9162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6D9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DEMO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457200" y="9418320"/>
            <a:ext cx="6647688" cy="749808"/>
          </a:xfrm>
          <a:prstGeom prst="roundRect">
            <a:avLst>
              <a:gd name="adj" fmla="val 6098"/>
            </a:avLst>
          </a:prstGeom>
          <a:solidFill>
            <a:srgbClr val="111729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621792" y="94914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scripts/run_demo.py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http://localhost:5000      (no ESP8266 hardware required)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892040" y="9546336"/>
            <a:ext cx="0" cy="502920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074920" y="94914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69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Rogue Device for an amber alert in ≤ 5 s; select SensorNode under Spoofing Attack for a red critical alert in ~10 s.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Stack: Python 3.10 · scikit-learn · Flask + Socket.IO · Chart.js · scapy · ESP8266 — thresholds in one config.py.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457200" y="10241280"/>
            <a:ext cx="6647688" cy="0"/>
          </a:xfrm>
          <a:prstGeom prst="line">
            <a:avLst/>
          </a:prstGeom>
          <a:noFill/>
          <a:ln w="9525">
            <a:solidFill>
              <a:srgbClr val="2C3A5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57200" y="10314432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3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GhostPrint — research / educational use  ·  RAIoT Lab, Amity University Rajasthan  ·  Innovation Day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GhostPrint - One-Page Documentation</dc:title>
  <dc:subject>PptxGenJS Presentation</dc:subject>
  <dc:creator>RAIoT Lab</dc:creator>
  <cp:lastModifiedBy>RAIoT Lab</cp:lastModifiedBy>
  <cp:revision>1</cp:revision>
  <dcterms:created xsi:type="dcterms:W3CDTF">2026-09-15T17:25:11Z</dcterms:created>
  <dcterms:modified xsi:type="dcterms:W3CDTF">2026-09-15T17:25:11Z</dcterms:modified>
</cp:coreProperties>
</file>